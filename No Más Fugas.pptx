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238A2E-DAD9-314C-2875-FCEBDA4098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 M</a:t>
            </a:r>
            <a:r>
              <a:rPr lang="es-CL" dirty="0" err="1"/>
              <a:t>ás</a:t>
            </a:r>
            <a:r>
              <a:rPr lang="es-CL" dirty="0"/>
              <a:t> Fugas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ACB730-93DE-FA09-5C59-92F0EE494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Desarrollador: Andrés Pérez Ulloa</a:t>
            </a:r>
          </a:p>
        </p:txBody>
      </p:sp>
    </p:spTree>
    <p:extLst>
      <p:ext uri="{BB962C8B-B14F-4D97-AF65-F5344CB8AC3E}">
        <p14:creationId xmlns:p14="http://schemas.microsoft.com/office/powerpoint/2010/main" val="3483160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B1F4A-30DB-7C57-3B5F-D4FF9B0D6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Descripción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730828-0F67-214A-447C-3AE590B0F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2995"/>
            <a:ext cx="8596668" cy="4458368"/>
          </a:xfrm>
        </p:spPr>
        <p:txBody>
          <a:bodyPr/>
          <a:lstStyle/>
          <a:p>
            <a:r>
              <a:rPr lang="es-CL" dirty="0"/>
              <a:t>El proyecto No Más Fugas es un modelamiento back-</a:t>
            </a:r>
            <a:r>
              <a:rPr lang="es-CL" dirty="0" err="1"/>
              <a:t>end</a:t>
            </a:r>
            <a:r>
              <a:rPr lang="es-CL" dirty="0"/>
              <a:t> hecho con codificación Python para leer bases de datos en formato ‘.</a:t>
            </a:r>
            <a:r>
              <a:rPr lang="es-CL" dirty="0" err="1"/>
              <a:t>csv</a:t>
            </a:r>
            <a:r>
              <a:rPr lang="es-CL" dirty="0"/>
              <a:t>’ sobre ingresos y egresos del hogar. </a:t>
            </a: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1DFD8EC4-47C4-BB0C-C563-A06F99DA5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44" y="2957507"/>
            <a:ext cx="6689904" cy="320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11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74830-0D20-0E17-C3AD-0C113E429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Objetivo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C2B5B7-721E-B2C7-49F5-BCBAA35F0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El objetivo del proyecto es realizar cálculos con bases de datos relacionados de egresos, ingresos y saldo mediante análisis estadísticos sobre cómo se comportan los gastos en el hogar según integrante familiar, tipo de egreso y fecha.</a:t>
            </a:r>
          </a:p>
          <a:p>
            <a:endParaRPr lang="es-CL" dirty="0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211441DE-3A78-332B-2B0A-D1C48F343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577026"/>
            <a:ext cx="4714962" cy="1240779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9EAA5095-A877-9C96-980D-509E28917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33" y="3577027"/>
            <a:ext cx="4531536" cy="1240778"/>
          </a:xfrm>
          <a:prstGeom prst="rect">
            <a:avLst/>
          </a:prstGeo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6EA503EC-6C3A-6B82-051B-E87B12BF4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7998" y="5231451"/>
            <a:ext cx="4507098" cy="124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677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111ED-A327-BEBF-904D-5727842E7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Tecnologías usadas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16FEF1-EBC1-0160-F237-0A3617054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Lenguaje Python</a:t>
            </a:r>
          </a:p>
          <a:p>
            <a:r>
              <a:rPr lang="es-CL" dirty="0"/>
              <a:t>Visual Studio </a:t>
            </a:r>
            <a:r>
              <a:rPr lang="es-CL" dirty="0" err="1"/>
              <a:t>Code</a:t>
            </a:r>
            <a:endParaRPr lang="es-CL" dirty="0"/>
          </a:p>
          <a:p>
            <a:r>
              <a:rPr lang="es-CL" dirty="0"/>
              <a:t>Librerías como </a:t>
            </a:r>
            <a:r>
              <a:rPr lang="es-CL" dirty="0" err="1"/>
              <a:t>csv</a:t>
            </a:r>
            <a:r>
              <a:rPr lang="es-CL" dirty="0"/>
              <a:t> y </a:t>
            </a:r>
            <a:r>
              <a:rPr lang="es-CL" dirty="0" err="1"/>
              <a:t>datatime</a:t>
            </a:r>
            <a:endParaRPr lang="es-CL" dirty="0"/>
          </a:p>
        </p:txBody>
      </p:sp>
      <p:pic>
        <p:nvPicPr>
          <p:cNvPr id="1026" name="Picture 2" descr="Historia de Python - Wikipedia, la enciclopedia libre">
            <a:extLst>
              <a:ext uri="{FF2B5EF4-FFF2-40B4-BE49-F238E27FC236}">
                <a16:creationId xmlns:a16="http://schemas.microsoft.com/office/drawing/2014/main" id="{357663E8-3A13-37A3-F28F-83DF13894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452" y="3660112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isual Studio Code - Wikipedia">
            <a:extLst>
              <a:ext uri="{FF2B5EF4-FFF2-40B4-BE49-F238E27FC236}">
                <a16:creationId xmlns:a16="http://schemas.microsoft.com/office/drawing/2014/main" id="{86284D39-1222-C75E-A535-30666D457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727" y="3660112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396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CE0D0-5898-9F1A-9A82-2DEF96DB3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Estructura del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896668-9B58-0103-CD45-14A10269E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El sistema está dividido en 5 módulos</a:t>
            </a:r>
          </a:p>
          <a:p>
            <a:pPr lvl="1"/>
            <a:r>
              <a:rPr lang="es-CL" dirty="0"/>
              <a:t>main.py: Módulo principal que ejecuta módulo menú y control </a:t>
            </a:r>
            <a:r>
              <a:rPr lang="es-CL" dirty="0" err="1"/>
              <a:t>csv</a:t>
            </a:r>
            <a:endParaRPr lang="es-CL" dirty="0"/>
          </a:p>
          <a:p>
            <a:pPr lvl="1"/>
            <a:r>
              <a:rPr lang="es-CL" dirty="0"/>
              <a:t>menu.py: contiene las opciones principales y llama al módulo operacional</a:t>
            </a:r>
          </a:p>
          <a:p>
            <a:pPr lvl="1"/>
            <a:r>
              <a:rPr lang="es-CL" dirty="0"/>
              <a:t>validaciones.py: valida las opciones ingresadas por el usuario</a:t>
            </a:r>
          </a:p>
          <a:p>
            <a:pPr lvl="1"/>
            <a:r>
              <a:rPr lang="es-CL" dirty="0" err="1"/>
              <a:t>control_csv</a:t>
            </a:r>
            <a:r>
              <a:rPr lang="es-CL" dirty="0"/>
              <a:t>: contiene funciones para abrir bases de datos </a:t>
            </a:r>
            <a:r>
              <a:rPr lang="es-CL" dirty="0" err="1"/>
              <a:t>csv</a:t>
            </a:r>
            <a:endParaRPr lang="es-CL" dirty="0"/>
          </a:p>
          <a:p>
            <a:pPr lvl="1"/>
            <a:r>
              <a:rPr lang="es-CL" dirty="0"/>
              <a:t>funciones_principales.py: módulo operacional, contiene todas las funciones relacionadas a manejo de variables y cálculos de datos.</a:t>
            </a:r>
          </a:p>
          <a:p>
            <a:pPr lvl="1"/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68707F2-0B54-46A5-9C4D-B843EE41C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4740674"/>
            <a:ext cx="8452737" cy="1320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7417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78D3EA-1538-CF10-C1E6-4FF92D634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Otros archivos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F15FB8-4CB5-0323-0394-DED5FC141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También contiene 2 archivos </a:t>
            </a:r>
            <a:r>
              <a:rPr lang="es-CL" dirty="0" err="1"/>
              <a:t>csv</a:t>
            </a:r>
            <a:r>
              <a:rPr lang="es-CL" dirty="0"/>
              <a:t> de prueba en la carpeta </a:t>
            </a:r>
            <a:r>
              <a:rPr lang="es-CL" dirty="0" err="1"/>
              <a:t>archivos_prueba</a:t>
            </a:r>
            <a:r>
              <a:rPr lang="es-CL" dirty="0"/>
              <a:t> para testear el código.</a:t>
            </a:r>
          </a:p>
          <a:p>
            <a:r>
              <a:rPr lang="es-CL" dirty="0"/>
              <a:t>Además de documentación, archivo de excepciones .</a:t>
            </a:r>
            <a:r>
              <a:rPr lang="es-CL" dirty="0" err="1"/>
              <a:t>gitignore</a:t>
            </a:r>
            <a:r>
              <a:rPr lang="es-CL" dirty="0"/>
              <a:t> para que </a:t>
            </a:r>
            <a:r>
              <a:rPr lang="es-CL" dirty="0" err="1"/>
              <a:t>git</a:t>
            </a:r>
            <a:r>
              <a:rPr lang="es-CL" dirty="0"/>
              <a:t> no procese archivos seleccionados (cache de Python, extensiones, entre otros)</a:t>
            </a:r>
          </a:p>
          <a:p>
            <a:pPr marL="0" indent="0">
              <a:buNone/>
            </a:pPr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4E3EEC-3D48-FAE8-5E0D-B0EE3E871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35" y="3819352"/>
            <a:ext cx="8772906" cy="8804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13506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B2CCD-7E65-E1BB-257F-93064520B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84F369-C3CB-94FC-23CB-3A1E54E90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8473"/>
            <a:ext cx="8596668" cy="4427024"/>
          </a:xfrm>
        </p:spPr>
        <p:txBody>
          <a:bodyPr/>
          <a:lstStyle/>
          <a:p>
            <a:r>
              <a:rPr lang="es-CL" dirty="0"/>
              <a:t>No Más Fugas es un código de manejo de dinero dentro del hogar, el cual tiene potencial para ser desarrollado a más profundidad, universalidad de gestión de bases de datos, cálculos más profundos y cuya utilidad se debería centrar a nivel usuario que no maneja código.</a:t>
            </a:r>
          </a:p>
          <a:p>
            <a:r>
              <a:rPr lang="es-CL" dirty="0"/>
              <a:t>Posibles mejoras a futuro:</a:t>
            </a:r>
          </a:p>
          <a:p>
            <a:pPr lvl="1"/>
            <a:r>
              <a:rPr lang="es-CL" dirty="0"/>
              <a:t>Mejor gestión de las validaciones en el módulo validaciones.py</a:t>
            </a:r>
          </a:p>
          <a:p>
            <a:pPr lvl="1"/>
            <a:r>
              <a:rPr lang="es-CL" dirty="0"/>
              <a:t>Mejor gestión de datos filtrados a partir de fechas, integrantes y tipos de egresos para que la digitación no sea manual, sino con números mediante diccionarios</a:t>
            </a:r>
          </a:p>
          <a:p>
            <a:pPr lvl="1"/>
            <a:r>
              <a:rPr lang="es-CL" dirty="0"/>
              <a:t>Aplicación de filtros de datos en todo tipo de datos. Por ejemplo, los filtros de fecha tienen que estar en ingreso y egreso también</a:t>
            </a:r>
          </a:p>
          <a:p>
            <a:pPr lvl="1"/>
            <a:r>
              <a:rPr lang="es-CL" dirty="0"/>
              <a:t>Que el usuario ingrese los datos en la base de datos mediante una función y que así el mismo pueda realizar los cálculos (extrapolar el programa)</a:t>
            </a:r>
          </a:p>
        </p:txBody>
      </p:sp>
    </p:spTree>
    <p:extLst>
      <p:ext uri="{BB962C8B-B14F-4D97-AF65-F5344CB8AC3E}">
        <p14:creationId xmlns:p14="http://schemas.microsoft.com/office/powerpoint/2010/main" val="234984505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</TotalTime>
  <Words>372</Words>
  <Application>Microsoft Office PowerPoint</Application>
  <PresentationFormat>Panorámica</PresentationFormat>
  <Paragraphs>27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Faceta</vt:lpstr>
      <vt:lpstr>No Más Fugas</vt:lpstr>
      <vt:lpstr>Descripción</vt:lpstr>
      <vt:lpstr>Objetivo del proyecto</vt:lpstr>
      <vt:lpstr>Tecnologías usadas</vt:lpstr>
      <vt:lpstr>Estructura del sistema</vt:lpstr>
      <vt:lpstr>Otros archivos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Pérez Ulloa</dc:creator>
  <cp:lastModifiedBy>Andrés Pérez Ulloa</cp:lastModifiedBy>
  <cp:revision>1</cp:revision>
  <dcterms:created xsi:type="dcterms:W3CDTF">2026-01-31T18:12:56Z</dcterms:created>
  <dcterms:modified xsi:type="dcterms:W3CDTF">2026-01-31T19:00:03Z</dcterms:modified>
</cp:coreProperties>
</file>